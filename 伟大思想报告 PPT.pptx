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015" y="5815086"/>
            <a:ext cx="3278293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70056"/>
            <a:ext cx="105156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838200" y="5034522"/>
            <a:ext cx="10515600" cy="604299"/>
          </a:xfrm>
        </p:spPr>
        <p:txBody>
          <a:bodyPr anchor="ctr">
            <a:noAutofit/>
          </a:bodyPr>
          <a:lstStyle>
            <a:lvl1pPr algn="ctr">
              <a:defRPr lang="zh-CN" altLang="en-US" sz="28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单击此处编辑母版副标题样式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49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80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6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11596802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>
            <a:spLocks/>
          </p:cNvSpPr>
          <p:nvPr/>
        </p:nvSpPr>
        <p:spPr>
          <a:xfrm>
            <a:off x="11596801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94881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5" y="6100772"/>
            <a:ext cx="2611396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5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67">
          <p15:clr>
            <a:srgbClr val="FBAE40"/>
          </p15:clr>
        </p15:guide>
        <p15:guide id="2" pos="153">
          <p15:clr>
            <a:srgbClr val="FBAE40"/>
          </p15:clr>
        </p15:guide>
        <p15:guide id="3" pos="5556">
          <p15:clr>
            <a:srgbClr val="FBAE40"/>
          </p15:clr>
        </p15:guide>
        <p15:guide id="4" pos="2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2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11595422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文本框 15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>
            <a:spLocks/>
          </p:cNvSpPr>
          <p:nvPr/>
        </p:nvSpPr>
        <p:spPr>
          <a:xfrm>
            <a:off x="11595421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24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01884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6802" y="313203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5043CDB-492B-4B0A-B0EC-CE08E9953C5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文本框 11"/>
          <p:cNvSpPr txBox="1"/>
          <p:nvPr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073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60" y="975600"/>
            <a:ext cx="1140822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77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7" y="313203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1" y="313203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5043CDB-492B-4B0A-B0EC-CE08E9953C5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9" y="975600"/>
            <a:ext cx="11421927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文本框 17"/>
          <p:cNvSpPr txBox="1"/>
          <p:nvPr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8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7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42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7" y="313203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7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1" y="313203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5043CDB-492B-4B0A-B0EC-CE08E9953C5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文本框 18"/>
          <p:cNvSpPr txBox="1"/>
          <p:nvPr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47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  <p15:guide id="3" pos="51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015" y="5815086"/>
            <a:ext cx="3278293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5500" y="4006448"/>
            <a:ext cx="11100025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5500" y="5245249"/>
            <a:ext cx="7760477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25500" y="5815087"/>
            <a:ext cx="5545667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033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21">
          <p15:clr>
            <a:srgbClr val="FBAE40"/>
          </p15:clr>
        </p15:guide>
        <p15:guide id="3" pos="2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2546"/>
            <a:ext cx="12192000" cy="27965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5" y="4211593"/>
            <a:ext cx="4029124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1552218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5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51293" y="807632"/>
            <a:ext cx="11120561" cy="5865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9" name="标题 1"/>
          <p:cNvSpPr txBox="1">
            <a:spLocks/>
          </p:cNvSpPr>
          <p:nvPr/>
        </p:nvSpPr>
        <p:spPr>
          <a:xfrm>
            <a:off x="431801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单击此处编辑母版标题样式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3596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5DAAB-35CE-3C2A-2345-192A0922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线性拟合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35A1D9-4414-6172-FCE3-6AD143A13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张煊、张博钜、丁宣铭</a:t>
            </a:r>
          </a:p>
        </p:txBody>
      </p:sp>
    </p:spTree>
    <p:extLst>
      <p:ext uri="{BB962C8B-B14F-4D97-AF65-F5344CB8AC3E}">
        <p14:creationId xmlns:p14="http://schemas.microsoft.com/office/powerpoint/2010/main" val="243393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7268BC-B5EA-A97C-1F21-86CC3EECFE1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-1763" r="-1" b="42603"/>
          <a:stretch/>
        </p:blipFill>
        <p:spPr>
          <a:xfrm>
            <a:off x="658699" y="1999825"/>
            <a:ext cx="8371749" cy="4503334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0A40EFB-54C3-9177-2EA6-21AB3564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线性拟合一例</a:t>
            </a:r>
          </a:p>
        </p:txBody>
      </p:sp>
    </p:spTree>
    <p:extLst>
      <p:ext uri="{BB962C8B-B14F-4D97-AF65-F5344CB8AC3E}">
        <p14:creationId xmlns:p14="http://schemas.microsoft.com/office/powerpoint/2010/main" val="33723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8658D5D-EB62-9466-27C9-F8D671A2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函数的极值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405A2017-0FB8-7652-0EBA-5F279E1AF94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58699" y="1842967"/>
            <a:ext cx="10507541" cy="4429743"/>
          </a:xfrm>
        </p:spPr>
      </p:pic>
    </p:spTree>
    <p:extLst>
      <p:ext uri="{BB962C8B-B14F-4D97-AF65-F5344CB8AC3E}">
        <p14:creationId xmlns:p14="http://schemas.microsoft.com/office/powerpoint/2010/main" val="391620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A9FFBC5-11E3-E4CC-7777-2360C035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最小二乘法的数学推导</a:t>
            </a:r>
          </a:p>
        </p:txBody>
      </p:sp>
      <p:pic>
        <p:nvPicPr>
          <p:cNvPr id="13" name="内容占位符 12" descr="文本, 信件">
            <a:extLst>
              <a:ext uri="{FF2B5EF4-FFF2-40B4-BE49-F238E27FC236}">
                <a16:creationId xmlns:a16="http://schemas.microsoft.com/office/drawing/2014/main" id="{3BF79DD0-01B1-3CED-30BB-8A27518AA95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1" r="9673"/>
          <a:stretch/>
        </p:blipFill>
        <p:spPr>
          <a:xfrm>
            <a:off x="0" y="1596954"/>
            <a:ext cx="6269182" cy="4986267"/>
          </a:xfrm>
        </p:spPr>
      </p:pic>
      <p:pic>
        <p:nvPicPr>
          <p:cNvPr id="15" name="图片 14" descr="图示">
            <a:extLst>
              <a:ext uri="{FF2B5EF4-FFF2-40B4-BE49-F238E27FC236}">
                <a16:creationId xmlns:a16="http://schemas.microsoft.com/office/drawing/2014/main" id="{C4719ADB-C22B-627C-58B9-D56CCB99C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2" r="8441"/>
          <a:stretch/>
        </p:blipFill>
        <p:spPr>
          <a:xfrm>
            <a:off x="6240141" y="1596954"/>
            <a:ext cx="5487732" cy="51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0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401F4A6-125D-3AE5-6E87-359B200DBC6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58699" y="2124097"/>
            <a:ext cx="8526065" cy="3715268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45409284-676A-301A-BED7-9B6C9E0D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运用最小二乘法</a:t>
            </a:r>
          </a:p>
        </p:txBody>
      </p:sp>
    </p:spTree>
    <p:extLst>
      <p:ext uri="{BB962C8B-B14F-4D97-AF65-F5344CB8AC3E}">
        <p14:creationId xmlns:p14="http://schemas.microsoft.com/office/powerpoint/2010/main" val="291777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FC79A8-C32A-1E78-276C-6C946417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F0BF510E-B3EB-E11F-CB30-BA4EE9F7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" t="4578" r="7389" b="2314"/>
          <a:stretch/>
        </p:blipFill>
        <p:spPr>
          <a:xfrm>
            <a:off x="8934915" y="3302175"/>
            <a:ext cx="3080994" cy="2988860"/>
          </a:xfrm>
          <a:prstGeom prst="rect">
            <a:avLst/>
          </a:prstGeom>
        </p:spPr>
      </p:pic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0D303389-F5EF-E80A-5A96-7A05BF1C8A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70798" y="1760396"/>
            <a:ext cx="8364117" cy="2029108"/>
          </a:xfrm>
        </p:spPr>
      </p:pic>
    </p:spTree>
    <p:extLst>
      <p:ext uri="{BB962C8B-B14F-4D97-AF65-F5344CB8AC3E}">
        <p14:creationId xmlns:p14="http://schemas.microsoft.com/office/powerpoint/2010/main" val="101455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403E7A-8392-EE39-632F-F22A24034D3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1081" y="1844714"/>
            <a:ext cx="5449060" cy="1819529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B4B57B3-9C98-C5AD-2E4F-BAC5C479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变化量的确定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E4C422-41B3-E480-E669-1E6D96A95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723" y="2754478"/>
            <a:ext cx="3807176" cy="369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7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ECC1-FEF2-BCEF-42F7-86158AC1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4FCE45E-2E8F-28A4-BB84-AF5469A3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变化量的确定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5B65D9-CC3A-40DE-CBAD-859C07779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135" y="3960492"/>
            <a:ext cx="2630260" cy="2552133"/>
          </a:xfrm>
          <a:prstGeom prst="rect">
            <a:avLst/>
          </a:prstGeo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39772D5-1140-2B0C-9627-B761E747D1A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658699" y="1963792"/>
            <a:ext cx="8430802" cy="1581371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AB7AB9-DB2B-5F0C-C693-F11DE3CF4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99" y="4065519"/>
            <a:ext cx="482032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91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9DB631-2C1C-7FFF-3F69-8BE96A67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一元函数梯度下降法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24583C8-319B-8310-77B1-EB771BF935A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54614" y="1814287"/>
            <a:ext cx="9107171" cy="3229426"/>
          </a:xfrm>
        </p:spPr>
      </p:pic>
    </p:spTree>
    <p:extLst>
      <p:ext uri="{BB962C8B-B14F-4D97-AF65-F5344CB8AC3E}">
        <p14:creationId xmlns:p14="http://schemas.microsoft.com/office/powerpoint/2010/main" val="3225415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1BA3BC-C164-9BBD-A912-731A6B3B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学习率的确定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BBD58F9-B1E3-D2AE-FFB7-BE0F4FF19E2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58699" y="1982482"/>
            <a:ext cx="8364117" cy="3686689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0EAC37-1BEE-7068-36D7-4FAE18DDE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816" y="3825826"/>
            <a:ext cx="2633700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9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6D0D6D-6E8C-9971-9083-0D6884CF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学习率的确定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FC8F3E1-4EDD-1CEA-50CF-547CCFDD90B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8053" y="1655546"/>
            <a:ext cx="8807834" cy="248449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4021CF-69A2-11FE-8412-8000B216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013" y="4140036"/>
            <a:ext cx="2633700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5516571-98DC-BC47-8B0C-3BA4A3B5992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58699" y="2004266"/>
            <a:ext cx="9335803" cy="2210108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ADDB780-3C3C-AF37-412E-12D0E661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从一元函数到多元函数</a:t>
            </a:r>
          </a:p>
        </p:txBody>
      </p:sp>
    </p:spTree>
    <p:extLst>
      <p:ext uri="{BB962C8B-B14F-4D97-AF65-F5344CB8AC3E}">
        <p14:creationId xmlns:p14="http://schemas.microsoft.com/office/powerpoint/2010/main" val="4025141270"/>
      </p:ext>
    </p:extLst>
  </p:cSld>
  <p:clrMapOvr>
    <a:masterClrMapping/>
  </p:clrMapOvr>
</p:sld>
</file>

<file path=ppt/theme/theme1.xml><?xml version="1.0" encoding="utf-8"?>
<a:theme xmlns:a="http://schemas.openxmlformats.org/drawingml/2006/main" name="上交通ppt模板1">
  <a:themeElements>
    <a:clrScheme name="VI统一色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C8161E"/>
      </a:accent1>
      <a:accent2>
        <a:srgbClr val="F08300"/>
      </a:accent2>
      <a:accent3>
        <a:srgbClr val="FDD000"/>
      </a:accent3>
      <a:accent4>
        <a:srgbClr val="338D27"/>
      </a:accent4>
      <a:accent5>
        <a:srgbClr val="0086D1"/>
      </a:accent5>
      <a:accent6>
        <a:srgbClr val="004098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上交通ppt模板1" id="{E5D9DD40-7D65-49CF-A455-AA6A7CEAE67F}" vid="{A838B0F2-006F-4382-BFC2-FFA2A01B5B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上交通ppt模板1</Template>
  <TotalTime>119</TotalTime>
  <Words>43</Words>
  <Application>Microsoft Office PowerPoint</Application>
  <PresentationFormat>宽屏</PresentationFormat>
  <Paragraphs>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Calibri</vt:lpstr>
      <vt:lpstr>上交通ppt模板1</vt:lpstr>
      <vt:lpstr>线性拟合</vt:lpstr>
      <vt:lpstr>线性拟合一例</vt:lpstr>
      <vt:lpstr>函数的极值</vt:lpstr>
      <vt:lpstr>最小二乘法的数学推导</vt:lpstr>
      <vt:lpstr>运用最小二乘法</vt:lpstr>
      <vt:lpstr>问题</vt:lpstr>
      <vt:lpstr>变化量的确定</vt:lpstr>
      <vt:lpstr>变化量的确定</vt:lpstr>
      <vt:lpstr>一元函数梯度下降法</vt:lpstr>
      <vt:lpstr>学习率的确定</vt:lpstr>
      <vt:lpstr>学习率的确定</vt:lpstr>
      <vt:lpstr>从一元函数到多元函数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小燕 林</dc:creator>
  <cp:lastModifiedBy>Xuan Zhang</cp:lastModifiedBy>
  <cp:revision>2</cp:revision>
  <dcterms:created xsi:type="dcterms:W3CDTF">2024-11-19T14:21:59Z</dcterms:created>
  <dcterms:modified xsi:type="dcterms:W3CDTF">2024-11-20T14:20:56Z</dcterms:modified>
</cp:coreProperties>
</file>